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ec56c9cf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ec56c9cf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cec56c9cf1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cec56c9cf1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cec56c9cf1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cec56c9cf1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cec56c9cf1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cec56c9cf1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ff573c996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aff573c996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81B50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11700" y="2834125"/>
            <a:ext cx="8520600" cy="125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</a:rPr>
              <a:t>Case Study 24. Academic Timetable and Faculty System 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32">
                <a:solidFill>
                  <a:schemeClr val="lt1"/>
                </a:solidFill>
              </a:rPr>
              <a:t>B</a:t>
            </a:r>
            <a:r>
              <a:rPr b="1" lang="en-GB" sz="832">
                <a:solidFill>
                  <a:schemeClr val="lt1"/>
                </a:solidFill>
              </a:rPr>
              <a:t>y Rishi Thakker</a:t>
            </a:r>
            <a:endParaRPr b="1" sz="832">
              <a:solidFill>
                <a:schemeClr val="lt1"/>
              </a:solidFill>
            </a:endParaRPr>
          </a:p>
        </p:txBody>
      </p:sp>
      <p:pic>
        <p:nvPicPr>
          <p:cNvPr id="55" name="Google Shape;55;p13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A81B50"/>
                </a:solidFill>
              </a:rPr>
              <a:t>Problem Statement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Manual timetable creation can lead to class clashes and poor scheduling.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Faculty workload may become uneven.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It takes time and effort to organize schedules manually.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The goal is to automatically generate a simple weekly timetable.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62" name="Google Shape;62;p14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A81B50"/>
                </a:solidFill>
              </a:rPr>
              <a:t>Your Solution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Developed a C++ program to generate a timetable.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User enters course name and faculty name.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System automatically assigns courses to available time slots.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Includes a fixed break period in the schedule.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69" name="Google Shape;69;p15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A81B50"/>
                </a:solidFill>
              </a:rPr>
              <a:t>Working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Program uses structures to store course details.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A 5×5 array represents the weekly timetable.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Courses are assigned sequentially to time slots.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The 12–1 slot is skipped as a break.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76" name="Google Shape;76;p16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A81B50"/>
                </a:solidFill>
              </a:rPr>
              <a:t>Conclusion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The program </a:t>
            </a:r>
            <a:r>
              <a:rPr lang="en-GB">
                <a:solidFill>
                  <a:schemeClr val="dk1"/>
                </a:solidFill>
              </a:rPr>
              <a:t>automated</a:t>
            </a:r>
            <a:r>
              <a:rPr lang="en-GB">
                <a:solidFill>
                  <a:schemeClr val="dk1"/>
                </a:solidFill>
              </a:rPr>
              <a:t> timetable generation.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Reduces manual effort and scheduling errors.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Demonstrates use of C++ concepts like arrays, loops, and structures.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Can be expanded with more courses and advanced scheduling features.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83" name="Google Shape;83;p17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81B50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</a:rPr>
              <a:t>Thank You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id="89" name="Google Shape;89;p18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