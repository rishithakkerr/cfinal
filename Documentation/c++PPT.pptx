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ec56c9cf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ec56c9cf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ec56c9cf1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ec56c9cf1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ec56c9cf1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ec56c9cf1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cec56c9cf1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cec56c9cf1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ff573c996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ff573c996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81B5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1" type="subTitle"/>
          </p:nvPr>
        </p:nvSpPr>
        <p:spPr>
          <a:xfrm>
            <a:off x="311700" y="2834125"/>
            <a:ext cx="8520600" cy="125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Case Study 24. Academic Timetable and Faculty System 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832">
                <a:solidFill>
                  <a:schemeClr val="lt1"/>
                </a:solidFill>
              </a:rPr>
              <a:t>B</a:t>
            </a:r>
            <a:r>
              <a:rPr b="1" lang="en-GB" sz="832">
                <a:solidFill>
                  <a:schemeClr val="lt1"/>
                </a:solidFill>
              </a:rPr>
              <a:t>y Rishi Thakker</a:t>
            </a:r>
            <a:endParaRPr b="1" sz="832">
              <a:solidFill>
                <a:schemeClr val="lt1"/>
              </a:solidFill>
            </a:endParaRPr>
          </a:p>
        </p:txBody>
      </p:sp>
      <p:pic>
        <p:nvPicPr>
          <p:cNvPr id="55" name="Google Shape;55;p13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2238" y="94235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Problem Statement</a:t>
            </a:r>
            <a:endParaRPr b="1">
              <a:solidFill>
                <a:srgbClr val="A81B50"/>
              </a:solidFill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Manual timetable creation can lead to class clashes and inefficient scheduling.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Faculty workload can become uneven if lectures are not distributed properly.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Organizing weekly schedules manually takes time and effort.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The goal is to automatically generate a simple timetable showing both courses and faculty.</a:t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62" name="Google Shape;62;p14" title="images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199" y="3992274"/>
            <a:ext cx="918100" cy="91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Your Solution</a:t>
            </a:r>
            <a:endParaRPr b="1">
              <a:solidFill>
                <a:srgbClr val="A81B50"/>
              </a:solidFill>
            </a:endParaRPr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Developed a C++ program to automatically generate a weekly timetable.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User enters course names and corresponding faculty names.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The program stores courses and faculty using arrays.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Lectures are automatically assigned to available time slots with a fixed break.</a:t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69" name="Google Shape;69;p15" title="images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199" y="3992274"/>
            <a:ext cx="918100" cy="91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Working</a:t>
            </a:r>
            <a:endParaRPr b="1">
              <a:solidFill>
                <a:srgbClr val="A81B50"/>
              </a:solidFill>
            </a:endParaRP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Program uses arrays to store course names and faculty names.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Two 5×5 matrices represent the timetable (courses and faculty).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Courses are assigned sequentially to time slots using nested loops.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The 12–1 slot is skipped as a break while generating the timetable.</a:t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76" name="Google Shape;76;p16" title="images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199" y="3992274"/>
            <a:ext cx="918100" cy="91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A81B50"/>
                </a:solidFill>
              </a:rPr>
              <a:t>Conclusion</a:t>
            </a:r>
            <a:endParaRPr b="1">
              <a:solidFill>
                <a:srgbClr val="A81B50"/>
              </a:solidFill>
            </a:endParaRPr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The program automates timetable generation using C++.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Reduces manual effort and helps organize schedules efficiently.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Demonstrates C++ concepts like arrays, loops, and 2D arrays.</a:t>
            </a:r>
            <a:endParaRPr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-GB" sz="1900">
                <a:solidFill>
                  <a:schemeClr val="dk1"/>
                </a:solidFill>
              </a:rPr>
              <a:t>The system can be expanded with more courses or advanced scheduling features.</a:t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83" name="Google Shape;83;p17" title="images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199" y="3992274"/>
            <a:ext cx="918100" cy="91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A81B50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</a:rPr>
              <a:t>Thank You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89" name="Google Shape;89;p18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2238" y="94235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